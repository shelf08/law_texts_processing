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1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0525-516A-5BE5-B09A-425A6276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79D36-75E3-26C3-33AE-EBC5EEE0470D}"/>
              </a:ext>
            </a:extLst>
          </p:cNvPr>
          <p:cNvSpPr txBox="1">
            <a:spLocks/>
          </p:cNvSpPr>
          <p:nvPr/>
        </p:nvSpPr>
        <p:spPr>
          <a:xfrm>
            <a:off x="242454" y="106293"/>
            <a:ext cx="8659091" cy="352598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Обработка и систематизация юридических текстов с помощью онтологий для автоматической навигации по правовым актам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6F81E-0034-4D6D-9269-E61AB81B6F4B}"/>
              </a:ext>
            </a:extLst>
          </p:cNvPr>
          <p:cNvSpPr txBox="1"/>
          <p:nvPr/>
        </p:nvSpPr>
        <p:spPr>
          <a:xfrm>
            <a:off x="5777622" y="4030605"/>
            <a:ext cx="3913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Обучающийся: Лобцов Д.А. Руководитель: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к.и.н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доцент Борисова А.А.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E863D-9D3A-1C5E-0676-C2DBFA003541}"/>
              </a:ext>
            </a:extLst>
          </p:cNvPr>
          <p:cNvSpPr txBox="1"/>
          <p:nvPr/>
        </p:nvSpPr>
        <p:spPr>
          <a:xfrm>
            <a:off x="4210333" y="4669418"/>
            <a:ext cx="723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4778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работы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— разработать программную систему, которая автоматически обрабатывает правовые тексты, строит онтологию связей между актами и предоставляет удобный веб-интерфейс для навигации и поиска.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87552" y="2697480"/>
            <a:ext cx="201168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87552" y="26974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Правовой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97480"/>
            <a:ext cx="201168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Онтология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2697480"/>
            <a:ext cx="201168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144768" y="26974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Поиск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44952" y="3054096"/>
            <a:ext cx="475488" cy="0"/>
          </a:xfrm>
          <a:prstGeom prst="line">
            <a:avLst/>
          </a:prstGeom>
          <a:noFill/>
          <a:ln w="3175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623560" y="3054096"/>
            <a:ext cx="475488" cy="0"/>
          </a:xfrm>
          <a:prstGeom prst="line">
            <a:avLst/>
          </a:prstGeom>
          <a:noFill/>
          <a:ln w="3175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1154915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1182347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Парсинг и структурирование документов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1421" y="1535914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Форматы XML, HTML, PDF, TXT. Автоматическое извлечение иерархии: Закон → Глава → Статья.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084831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0392" y="2084831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NLP-анализ текста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432303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Токенизация и лемматизация (spaCy, pymorphy2). Извлечение ключевых терминов и перекрёстных ссылок.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9812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299812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Построение онтологии OWL/RDF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3345594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классов: Закон, Глава, Статья, Термин, Ссылка, Правовой институт. Запросы на SPARQL.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" y="387705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Веб-интерфейс и REST API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4224528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Flask-приложение: загрузка документов, семантический поиск, просмотр статей и связей.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Загрузка и обработка документов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980B9"/>
                </a:solidFill>
              </a:rPr>
              <a:t>СКРИНШОТ №1: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980B9"/>
                </a:solidFill>
              </a:rPr>
              <a:t>Форма загрузки документа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980B9"/>
                </a:solidFill>
              </a:rPr>
              <a:t>+ история обработанных файлов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2980B9"/>
                </a:solidFill>
              </a:rPr>
              <a:t>(страница Upload)</a:t>
            </a:r>
            <a:endParaRPr lang="en-US" sz="1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AE1EAE-52ED-9A16-A3A9-AF08D3D60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74" y="1061168"/>
            <a:ext cx="3761914" cy="38137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CF1C432-CD3B-79C7-E16D-E944A54CC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850" y="1277114"/>
            <a:ext cx="4102821" cy="15878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97F410B-AE52-CD6B-5AE7-1AA3576F3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438" y="3224447"/>
            <a:ext cx="3125644" cy="1152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Поиск по терминам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B0441C-D263-2EEF-DA37-7E6CE1D7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425"/>
          <a:stretch>
            <a:fillRect/>
          </a:stretch>
        </p:blipFill>
        <p:spPr>
          <a:xfrm>
            <a:off x="320040" y="1239670"/>
            <a:ext cx="3590404" cy="16178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FFFCCC-8625-CE9C-DF36-11D94EE474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303"/>
          <a:stretch>
            <a:fillRect/>
          </a:stretch>
        </p:blipFill>
        <p:spPr>
          <a:xfrm>
            <a:off x="3975171" y="1553433"/>
            <a:ext cx="4677836" cy="3334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 статьи и связей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6</a:t>
            </a:r>
            <a:endParaRPr lang="en-US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5C3D71-BEB2-8EF3-53EF-4B4FDBB9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39125"/>
            <a:ext cx="7315200" cy="3436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Семантический граф и онтология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000000"/>
                </a:solidFill>
              </a:rPr>
              <a:t>7</a:t>
            </a:r>
            <a:endParaRPr lang="en-US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2FC53E-E298-7CF6-39C2-6D3DCA738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33272"/>
            <a:ext cx="7218268" cy="336172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B275C5-0720-1485-99BE-916D5259B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541" y="2455459"/>
            <a:ext cx="4164639" cy="24853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198726-05C4-501F-61BC-55D1E7357C27}"/>
              </a:ext>
            </a:extLst>
          </p:cNvPr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6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Онтология и база данных</a:t>
            </a:r>
            <a:endParaRPr lang="en-US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75E7C7-5318-EDB7-2B3E-C2C8BEBA3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9" y="1115568"/>
            <a:ext cx="5912672" cy="35448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4A5E0D-1112-7D10-1140-B6FFBEB1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021697"/>
            <a:ext cx="4883971" cy="263165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7F9610C-DB2F-58C2-C5AC-F88C5A1418F5}"/>
              </a:ext>
            </a:extLst>
          </p:cNvPr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2000" dirty="0">
                <a:solidFill>
                  <a:srgbClr val="000000"/>
                </a:solidFill>
              </a:rPr>
              <a:t>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5362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2000" dirty="0">
                <a:solidFill>
                  <a:srgbClr val="000000"/>
                </a:solidFill>
              </a:rPr>
              <a:t>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38912" y="1243583"/>
            <a:ext cx="292608" cy="292608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38912" y="12435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16738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Система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автоматизирует обработку правовых текстов и формализует знания о правовой базе в виде онтологии.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" y="2023179"/>
            <a:ext cx="292608" cy="292608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38912" y="20231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14884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Онтологический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подход позволяет строить смысловые связи между актами — это принципиально отличает систему от полнотекстового поиска.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3175322"/>
            <a:ext cx="292608" cy="292608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11480" y="31753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312253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Реализованы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парсинг четырёх форматов, NLP-анализ, OWL/RDF онтология, SPARQL-запросы, веб-интерфейс с графом связей.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" y="4101222"/>
            <a:ext cx="292608" cy="292608"/>
          </a:xfrm>
          <a:prstGeom prst="ellipse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38912" y="4101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4018926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Перспективы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интеграция с КонсультантПлюс, поддержка актуальных редакций законов, расширенный семантический анализ.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3787-1BC2-1DD4-2FFD-A188759B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DA27C-48E5-A6F1-ADE3-01F1088503F3}"/>
              </a:ext>
            </a:extLst>
          </p:cNvPr>
          <p:cNvSpPr txBox="1">
            <a:spLocks/>
          </p:cNvSpPr>
          <p:nvPr/>
        </p:nvSpPr>
        <p:spPr>
          <a:xfrm>
            <a:off x="242454" y="106293"/>
            <a:ext cx="8659091" cy="352598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Обработка и систематизация юридических текстов с помощью онтологий для автоматической навигации по правовым актам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49F1F-3EE1-C3E7-97DA-D297D965A000}"/>
              </a:ext>
            </a:extLst>
          </p:cNvPr>
          <p:cNvSpPr txBox="1"/>
          <p:nvPr/>
        </p:nvSpPr>
        <p:spPr>
          <a:xfrm>
            <a:off x="5777622" y="4030605"/>
            <a:ext cx="3913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Обучающийся: Лобцов Д.А. Руководитель: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к.и.н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доцент Борисова А.А.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532DA-BFE5-D387-29D4-473C8DC7F4D6}"/>
              </a:ext>
            </a:extLst>
          </p:cNvPr>
          <p:cNvSpPr txBox="1"/>
          <p:nvPr/>
        </p:nvSpPr>
        <p:spPr>
          <a:xfrm>
            <a:off x="4210333" y="4681728"/>
            <a:ext cx="723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816A56E-EC13-096D-80C2-62D8C143463B}"/>
              </a:ext>
            </a:extLst>
          </p:cNvPr>
          <p:cNvSpPr/>
          <p:nvPr/>
        </p:nvSpPr>
        <p:spPr>
          <a:xfrm>
            <a:off x="8046720" y="4681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2000" dirty="0">
                <a:solidFill>
                  <a:srgbClr val="000000"/>
                </a:solidFill>
              </a:rPr>
              <a:t>10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955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391</Words>
  <Application>Microsoft Office PowerPoint</Application>
  <PresentationFormat>Экран (16:9)</PresentationFormat>
  <Paragraphs>61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Лобцов</cp:lastModifiedBy>
  <cp:revision>2</cp:revision>
  <dcterms:created xsi:type="dcterms:W3CDTF">2026-04-20T19:49:56Z</dcterms:created>
  <dcterms:modified xsi:type="dcterms:W3CDTF">2026-04-20T20:44:53Z</dcterms:modified>
</cp:coreProperties>
</file>